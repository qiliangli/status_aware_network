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① 统一队列下的批组队与错峰调度：系统模型与执行语义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统一队列下的 Batch 效率与错峰调度形式化分析》2026-09-13 · §2 / §4–§7 · 单位：秒、GB、GB/s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系统模型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8249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" y="168249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请求到达 i：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·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命中 ·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新算 · SLO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221992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432304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" y="2432304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中央等待队列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｜ 唯一；执行时才绑定实例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23160" y="2971800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3182112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" y="3182112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调度器 σ = (P, w, u)：批成员 · 实例 · 启动时刻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3721608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3931920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" y="3931920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实例 ×m：读第 ℓ 层 → 算第 ℓ 层（同时预取 ℓ+1）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4471416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4681728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" y="4681728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共享存储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：FCFS 按申请速率分配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23160" y="5221224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543153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5216" y="543153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末层整批完成 → 首 token 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1353312"/>
            <a:ext cx="7068312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463040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存储纪律 ｜ FCFS 按需分配（式 1）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46320" y="17373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= min{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(t), [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− Σ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h&lt;j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]</a:t>
            </a:r>
            <a:r>
              <a:rPr lang="en-US" sz="14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}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工作守恒 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min(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Σ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2121408"/>
            <a:ext cx="6702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先满足在先流的申请速率，剩余带宽顺延给后续流——非公平共享；申请率 q 由统一引擎协议生成，不是优化变量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2852928"/>
            <a:ext cx="7068312" cy="1627632"/>
          </a:xfrm>
          <a:prstGeom prst="roundRect">
            <a:avLst>
              <a:gd name="adj" fmla="val 309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46320" y="2962656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逐层执行递推（式 3–6）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46320" y="3236976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β,ℓ+1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（计算开始即提交下层读取）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547872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β,ℓ−1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46320" y="3858768"/>
            <a:ext cx="6702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同实例活动区间互斥（含读取等待）：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∩ [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γ,L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∅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——只禁计算重叠不够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4608576"/>
            <a:ext cx="7068312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46320" y="4718304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TTFT 三段分解（式 7）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4992624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+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＝ 中央等待 ＋ 整批同步计算 ＋ I/O STALL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46320" y="5376672"/>
            <a:ext cx="670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K 为整批同步计算时间，不可按成员数均摊；读取藏于计算窗口内不计 STALL——批计算收益与带宽需求此消彼长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6163056"/>
            <a:ext cx="11274552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" y="6163056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批工作量三元组（§2）：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线性层 ｜ 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[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+1)/2]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attention 配对 ｜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KV 字节——批大小与总 token 均非单一维度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② 完整优化问题 G1–G6：封闭的输入、决策与约束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§5–§6 · G1–G4 封闭 ⇒ 实际速率 b 与完成时间 F 均为决策 σ 的诱导结果，求解器不得自选有利的 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1274552" cy="1298448"/>
          </a:xfrm>
          <a:prstGeom prst="roundRect">
            <a:avLst>
              <a:gd name="adj" fmla="val 387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89888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G1 输入 ｜ G2 决策变量（式 G1–G2）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　输入 = (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{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(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iℓ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} , 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批目录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{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}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服务规则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938528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批划分；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→ {1,…,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}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实例指派；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→ 领取时刻（≥ t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2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）　——完成向量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Φ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249424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A69"/>
                </a:solidFill>
              </a:rPr>
              <a:t>批目录＝容量合法批子集 · 画像 c 冻结不变 · 服务规则＝FCFS 粒度 / 申请协议 / 同刻顺序——三者固定后求解器不得自选有利的实际速率 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5989320" cy="3291840"/>
          </a:xfrm>
          <a:prstGeom prst="roundRect">
            <a:avLst>
              <a:gd name="adj" fmla="val 1528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816352"/>
            <a:ext cx="5623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G3 约束系统 ｜ G4 存储规则（封闭）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每请求恰执行一次　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β∈P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1[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] =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40614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到达与容量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≥ max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；批合法（人数 / token / 内存）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首层与逐层释放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β,1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；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β,ℓ+1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400050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读取完成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inf {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≥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: ∫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}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⑤ 计算依赖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β,ℓ−1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；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59486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⑥ 实例互斥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⇒ [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∩ [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γ,L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⑦ 批内共同完成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（完整批成员绑定至末层）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5225796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G4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= min{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(t), [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−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h&lt;j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(t)]</a:t>
            </a:r>
            <a:r>
              <a:rPr lang="en-US" sz="11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}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（式 1，全局提交序）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518404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＋ q 协议：首层申请 q</a:t>
            </a:r>
            <a:r>
              <a:rPr lang="en-US" sz="10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；下一层 min(q</a:t>
            </a:r>
            <a:r>
              <a:rPr lang="en-US" sz="10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, V/c)；窗口结束仍未读完 → 升至 q</a:t>
            </a:r>
            <a:r>
              <a:rPr lang="en-US" sz="10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</a:t>
            </a:r>
            <a:r>
              <a:rPr lang="en-US" sz="10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、保留原 FCFS 序号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9400" y="2724912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G5 四条独立优化线　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 满足 G2–G4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(Φ(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)) ,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∈ {M,S,T,R}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3035808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39128" y="3118104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39128" y="3118104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79208" y="3081528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 max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79208" y="332841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全部完成时间 M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629400" y="3639312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39128" y="3721608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739128" y="3721608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79208" y="3685032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1[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]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79208" y="393192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SLO 失败数（满足率 = 1 − J）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242816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739128" y="4325112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39128" y="4325112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79208" y="4288536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(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79208" y="453542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 TTFT（含中央等待）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29400" y="4846320"/>
            <a:ext cx="5102352" cy="530352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739128" y="4928616"/>
            <a:ext cx="512064" cy="365760"/>
          </a:xfrm>
          <a:prstGeom prst="roundRect">
            <a:avLst>
              <a:gd name="adj" fmla="val 13750"/>
            </a:avLst>
          </a:prstGeom>
          <a:solidFill>
            <a:srgbClr val="0F766E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39128" y="4928616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2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79208" y="4892040"/>
            <a:ext cx="4233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(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/ </a:t>
            </a:r>
            <a:r>
              <a:rPr lang="en-US" sz="12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79208" y="513892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平均归一化 TTFT（短请求权重更大）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29400" y="5486400"/>
            <a:ext cx="5102352" cy="548640"/>
          </a:xfrm>
          <a:prstGeom prst="roundRect">
            <a:avLst>
              <a:gd name="adj" fmla="val 9167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766560" y="5577840"/>
            <a:ext cx="4828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G6 解释指标　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Σ 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050" dirty="0">
                <a:solidFill>
                  <a:srgbClr val="0000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(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βL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r>
              <a:rPr lang="en-US" sz="1050" dirty="0">
                <a:solidFill>
                  <a:srgbClr val="00000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mM − K − S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/(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mM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/∫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—— K 随批形可变 ⇒ max U ≢ min M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6108192"/>
            <a:ext cx="11274552" cy="566928"/>
          </a:xfrm>
          <a:prstGeom prst="roundRect">
            <a:avLst>
              <a:gd name="adj" fmla="val 8871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40080" y="6108192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目标间关系：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四线独立求解，一般无共同最优；运营组合可用词典序（先满足率、后归一化）或 ε-约束（A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≥ η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下 min 平均 TTFT）；任意加权和引入业务权重且不保证覆盖离散 Pareto 解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③ 逐目标 NP-hard：归约构造与证明要点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§9 · 归约子问题：batch=1 · v=0 · L=1 · a=0；复杂性针对全输入族的通用精确算法（P≠NP 假设下）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611880" cy="4370832"/>
          </a:xfrm>
          <a:prstGeom prst="roundRect">
            <a:avLst>
              <a:gd name="adj" fmla="val 1392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08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归约框架：关闭四个开关（§9.1）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1792" y="17373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batch 上限 = 1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批目录仅含 singleton，请求不可拆分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194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 = 0（无命中）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读取消失，FCFS 自动满足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26517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 = 1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层间依赖与 lookahead 消失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31089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 = 0（同时到达）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→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无须等待未来请求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" y="3602736"/>
            <a:ext cx="3291840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69417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剩余问题：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把计算时长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的不可分请求装入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台实例 —— 经典非抢占调度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" y="4315968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论证方向：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若存在解全部 Case A 输入的精确算法 ⇒ 该子问题多项式可解 ⇒ 3-PARTITION 多项式可解，矛盾。增加存储竞争不会让该算法逃过此特例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1298448"/>
            <a:ext cx="7479792" cy="2542032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34840" y="1408176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</a:t>
            </a:r>
            <a:r>
              <a:rPr lang="en-US" sz="1250" b="1" i="1" baseline="-40000" dirty="0">
                <a:solidFill>
                  <a:srgbClr val="0F76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与 J</a:t>
            </a:r>
            <a:r>
              <a:rPr lang="en-US" sz="1250" b="1" i="1" baseline="-40000" dirty="0">
                <a:solidFill>
                  <a:srgbClr val="0F76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：3-PARTITION 构造（§9.2–9.3）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34840" y="1700784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构造　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3-PARTITION 实例：3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个整数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/4 &lt;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&lt;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/2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，Σ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mD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；映射为单请求批（c = p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）、m 同构实例、a=0、v=0、L=1；问：M ≤ D 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2121408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⇐　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若可分 m 组、每组和恰为 D → 每实例依次领取一组 → 每台恰忙 D → M = 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34840" y="2542032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⇒　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若 M ≤ D：Σc = mD 迫使每实例恰好忙碌 D；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∈ (D/4, D/2) 迫使每实例恰含 3 个请求 → 得到三划分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34840" y="2962656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结论　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 ≤ D 当且仅当存在三划分 ⇒ 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强 NP-hard；令所有 d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≡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：满足率 100% 当且仅当 M ≤ D ⇒ 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08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同样强 NP-hard（不依赖丢弃请求）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3383280"/>
            <a:ext cx="7114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直觉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(4,5,6; 4,5,6) 可装两盒各 15；同总量 30 的 (4,4,4,6,6,6) 最优 M = 16 —— 总量相等不保证可分装；m=2 时退化为 PARTITION（普通 NP-hard）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51960" y="3986784"/>
            <a:ext cx="3657600" cy="1682496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398264" y="40782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</a:t>
            </a:r>
            <a:r>
              <a:rPr lang="en-US" sz="1200" b="1" i="1" baseline="-40000" dirty="0">
                <a:solidFill>
                  <a:srgbClr val="0F76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：总流水时间（§9.4）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98264" y="4334256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单实例 · batch=1 · v=0 · 异到达：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1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</a:t>
            </a:r>
            <a:r>
              <a:rPr lang="en-US" sz="11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1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Σ</a:t>
            </a:r>
            <a:r>
              <a:rPr lang="en-US" sz="11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，Σa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为常数 ⇒ 等价于 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1|r</a:t>
            </a:r>
            <a:r>
              <a:rPr lang="en-US" sz="11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|ΣC</a:t>
            </a:r>
            <a:r>
              <a:rPr lang="en-US" sz="110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，强 NP-hard [Lenstra · Rinnooy Kan · Brucker 1977, Th.5]。同时到达 + 单机时 SPT 多项式 ⇒ 硬度依赖「释放时间」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74152" y="3986784"/>
            <a:ext cx="3657600" cy="1682496"/>
          </a:xfrm>
          <a:prstGeom prst="roundRect">
            <a:avLst>
              <a:gd name="adj" fmla="val 298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20456" y="40782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</a:t>
            </a:r>
            <a:r>
              <a:rPr lang="en-US" sz="1200" b="1" i="1" baseline="-40000" dirty="0">
                <a:solidFill>
                  <a:srgbClr val="0F76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2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：总 stretch（§9.5）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0456" y="4334256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（singleton 参考）⇒ Σ T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/T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(F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)/p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，即 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1|r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|ΣS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，判定版 NP-complete [Legrand · Su · Vivien 2008, Th.4，PARTITION 归约]。权重 1/p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结构特定——不可由「加权即难」推出；不升级强 NP-hard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852160"/>
            <a:ext cx="11274552" cy="804672"/>
          </a:xfrm>
          <a:prstGeom prst="roundRect">
            <a:avLst>
              <a:gd name="adj" fmla="val 6250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852160"/>
            <a:ext cx="109087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硬度边界：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NP-hard ≠ 小规模不可精确求解（页④给出有限空间证书）；② ≠ 无多项式特例（同时到达单机 SPT、子问题 LPT 近似比 4/3−1/3m）；③ 一般 m 的强 NP-hard 与 m=2 的普通 NP-hard 不可互相外推；④ 在线难度另叠一层——未来到达与带宽未知，非抢占「先启长批」可被随后紧急短请求反转，离线全知参考仅衡量优化空间，非可部署 Oracle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A · 统一队列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④ 可解性：最优证书、动作全局代价与目标冲突实证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A · §7.2–7.3 / §8.3 / §10 · 四请求算例为假设参数闭式解（总读 20 GB · 计算 12 NPU·s，事件积分可逐位复核）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577840" cy="2395728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离线 · 小规模精确：分支定界与证书（§10）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70078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求解空间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冻结候选批目录 + 启动网格 δ + 同刻顺序 → 分支定界；必须含「再等一格」WAIT 空动作，否则不搜索主动错峰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09397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证书　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LB ≤ J* ≤ UB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，相对 gap = (UB−LB)/LB；LB=0 时报绝对差；SLO 用区间 [A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LB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, 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UB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]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48716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下界 B1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max(t, 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+ min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β∋i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（忽略 I/O·机器·伙伴，乐观放宽）→ LB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max e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；S/T/R 同构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下界 B2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计算分摊 k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 Σc/|β|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；存储下界 h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: ∫B ≥ 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tot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；计算下界 K/m —— 与 B1 取 max 不相加（I/O 与计算可重叠）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27355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子问题保证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LPT：M ≤ (4/3 − 1/3m)·M*（Graham 1969）——进入共享存储/可变组批后假设消失，SPT/EDF/互补无通用近似比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9632" y="1298448"/>
            <a:ext cx="5532120" cy="2395728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40817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在线 · 动作的全局代价与滚动 MPC（§7.2–7.3, §11）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682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严格价值　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Q*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(X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α) = inf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σ∈S(Xt,α)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J(σ)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（离线条件价值，与原问题同难）→ 可实现：同后续策略 π + 同情景重放，预测完成记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（动作分支）与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（基准），Δ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82512" y="2249424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max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max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（不可用 max Δ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替代）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382512" y="2505456"/>
            <a:ext cx="5166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(1/n) Σ [ 1(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d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− 1(</a:t>
            </a:r>
            <a:r>
              <a:rPr lang="en-US" sz="108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d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]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（阶跃：过期 20s→15s 无收益，10.1s→10s 才挽救）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(1/n) Σ Δ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；　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Δ(J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(1/n) Σ Δ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/T</a:t>
            </a:r>
            <a:r>
              <a:rPr lang="en-US" sz="108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8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6382512" y="3236976"/>
            <a:ext cx="5166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要求：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每个增量必须计入被波及请求（他实例 · 队列 · 排位变化）并重新模拟；MPC：事件触发 → 候选批 → 联合动作 + 有界等待 → 按 Δ 排序 → 只落实首动作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58768"/>
            <a:ext cx="11274552" cy="2798064"/>
          </a:xfrm>
          <a:prstGeom prst="roundRect">
            <a:avLst>
              <a:gd name="adj" fmla="val 179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3968496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同一请求集（2 长 + 2 短 · 两实例 · 两层 · B = 4 GB/s）：四个可行计划的完整对照（§8.3）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79392"/>
          <a:ext cx="10908792" cy="914400"/>
        </p:xfrm>
        <a:graphic>
          <a:graphicData uri="http://schemas.openxmlformats.org/drawingml/2006/table">
            <a:tbl>
              <a:tblPr/>
              <a:tblGrid>
                <a:gridCol w="3227832"/>
                <a:gridCol w="1280160"/>
                <a:gridCol w="1737360"/>
                <a:gridCol w="1645920"/>
                <a:gridCol w="164592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计划（领取决策）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 (s)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平均 TTFT (s)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平均归一化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SLO 满足率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STALL (NPU·s)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P1　SS 批先领取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10.75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7.875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2.186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100%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P2　LL 批先领取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10.25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8.375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2.469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100%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4.75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P3　两个混合批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8.717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8.244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2.656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50%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4.49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P4　SS 先领、LL 延迟 0.5s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11.0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7.75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2.100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100%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3.00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640080" y="6108192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判读：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P3 的 M 最小却 SLO 最差（短请求全超期）；P2 缩短 M 却恶化两种均值；P4 STALL 最少、均值最优，M 却最大 ⇒ 四目标无共同最优，不能按 STALL / 利用率 / 是否混批等单一局部指标选计划。四个计划未穷尽候选与启动时刻，不宣称全局最优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⑤ 问题形式化的变化（I）：决策空间与服务规则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多 ASU 多 Path 下的组批错峰与带宽协同调度设计》2026-09-17 · §1 / §4–§5 · 相对 Case A 的形式化增量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560527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Case A · 统一队列（G1–G4）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Case B · 多 ASU 多 Path（式 5–15）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存储资源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单一共享带宽 B(t)；全局 FCFS 按需分配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 盘 × 40 GB/s 独立带宽域；每盘 256 条 Path FIFO 队列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放置与粒度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批×层聚合读取流；v_iℓ 为固定输入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hashID 一致性哈希定唯一盘（不可迁移）；Block 级读/写 I/O，manifest 固定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决策变量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σ_A = (P, w, u)：批 · 实例 · 时刻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σ_B = (B, {(w_β,s_β)}, {p_j}, {θ_d(t)})：新增逐 I/O 选路、盘级带宽规则两层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服务规则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式(1) 全局序 FCFS ＋ q 申请协议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每 Path 仅队头获服务；组/请求带宽由 θ_d 给出（现状 B0 见下）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请求类别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无类别结构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χ_i=(1[h&gt;80K], 1[u&gt;512]) → SS/LS/SL/LL；Path 组 96/96/32/32，类别进入 I/O 权利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写回与完成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A69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纯读；F = Z_βL 三段分解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新增写回 V^W 与暂存池背压；F = Z_βL 保持，另报 F^persist；四态 K+S+O+I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901184"/>
            <a:ext cx="4572000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501091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联合计划（式 9）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5285232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</a:t>
            </a: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{ ( </a:t>
            </a: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6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6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} ,  { </a:t>
            </a: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6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} ,  { </a:t>
            </a:r>
            <a:r>
              <a:rPr lang="en-US" sz="16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6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6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} 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85216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批划分 ｜ 实例·启动 ｜ 逐 I/O 选路 ｜ 盘级带宽规则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6108192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A5A69"/>
                </a:solidFill>
              </a:rPr>
              <a:t>新增两层均为决策变量；基线 θ=B0；求解器不能选违反分配器 / FIFO / 容量的任意 b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230368" y="4901184"/>
            <a:ext cx="6501384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13248" y="50109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现状服务规则 B0 的形式化（式 6–7）：两条结构性质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13248" y="528523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式(6)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c(p)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( 40 −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p′∈A_d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c(p′)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/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（仅活跃 Path；非活动为 0）　式(7)：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(a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)(40 −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13248" y="587044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性质 1（守恒）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&gt; 0 时 Σ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40 —— 工作守恒；20/12/4/4 是基础份额而非组上限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13248" y="6144768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性质 2（外部性）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组份额 ∝ 活跃 Path 数：SS 组 1→2 条 → 20.04→26.72 GB/s，LS 同期 19.96→13.28 ⇒ 多开 Path = 改变权利分配而非创造带宽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⑥ 问题形式化的变化（II）：执行依赖、守恒与可行性判据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B · §4.6 / §5–§6 · 全局 FCFS 与「总字节 ÷ 总带宽」估计在此模型中结构化失效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577840" cy="4572000"/>
          </a:xfrm>
          <a:prstGeom prst="roundRect">
            <a:avLst>
              <a:gd name="adj" fmla="val 11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执行依赖与守恒（式 5 · 10 · 11 · 12）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需求张量（式 5）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1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R/W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βℓdc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i∈β:χ=c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disk(k)=d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ikℓ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批×层×盘×类；大前缀天然跨盘，热前缀成热点；同 hash 相关性在所有层保留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I/O 守恒（式 10）　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/d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−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·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d(j),p(j)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仅队头 z=1 获服务；层就绪 R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该层全部读 I/O 完成时刻的最大值（不可用平均估计）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层递推＋写缓冲（式 11）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β,ℓ−1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E：写暂存预留最早时刻（Case A 无此项）；写 I/O 于 Z 释放、读 lookahead 至多提前一层；不可为未执行批预建 I/O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设备四态守恒（式 12）　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 + S + O + I = mH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O = 写暂存 / 控制背压（新增态）；首 token 后写仍占 buffer 与后端带宽，但不占 NPU 实例 ⇒ M 与 M_persist 必须分列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029200"/>
            <a:ext cx="5212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实例互斥扩展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[s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, F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) 不重叠的区间含读取等待、计算与暂存背压——比 Case A 的活动区间定义更宽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99632" y="1298448"/>
            <a:ext cx="5532120" cy="2651760"/>
          </a:xfrm>
          <a:prstGeom prst="roundRect">
            <a:avLst>
              <a:gd name="adj" fmla="val 189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82512" y="1408176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可行性判据（式 14–15）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73736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瞬时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Σ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≤ 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(t) ≤ 40；仅已释放 · 已入队 · 队头的 I/O 获服务；已入队不可撤回 / 越队 / 迁移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82512" y="228600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窗口　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ρ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(Δ) = 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窗口需求 / ∫B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；ρ &gt; 1 ⇒ 必失守；ρ ≤ 1 不保证无 STALL（I/O 晚释放或排在前缀之后）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82512" y="283464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长期必要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λ·E[V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+ 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] &lt; 40（逐盘）且 λ·E[K] &lt; m —— 必要而非充分（FIFO 前缀 · 端点 · 暂存仍可限制）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82512" y="338328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散度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skew(V) = max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/ 均值；哈希均匀 ≠ 访问均匀——热点由共享前缀的相关性决定，不能靠环再平衡消除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9632" y="4096512"/>
            <a:ext cx="5532120" cy="1773936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82512" y="420624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309"/>
                </a:solidFill>
              </a:rPr>
              <a:t>多盘尾部：总量条件的失效（§8.4，解析算例）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382512" y="449884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两盘各 40 GB/s：同层读向量 (8, 0) GB ⇒ 完成下界 </a:t>
            </a: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0.2 s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；(4, 4) GB ⇒ </a:t>
            </a: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0.1 s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；总量同为 8 GB，8/80 = 0.1 仅后者可达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82512" y="4992624"/>
            <a:ext cx="5166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⇒ 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Σ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≤ 40·D·(τ−s) 只是必要条件；放置由哈希固定，不可为凑并行把块改放他盘；组批与并发筛选应比较盘需求向量，而非请求类别标签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6053328"/>
            <a:ext cx="11274552" cy="603504"/>
          </a:xfrm>
          <a:prstGeom prst="roundRect">
            <a:avLst>
              <a:gd name="adj" fmla="val 8333"/>
            </a:avLst>
          </a:prstGeom>
          <a:solidFill>
            <a:srgbClr val="ECF3F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6053328"/>
            <a:ext cx="10908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结构性结论：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Case B 的可行性是向量约束——带宽域 × 队列前缀 × 消费窗口三维耦合；任何标量化（总量 / 平均带宽 / 队列条数）在结构上不足以判定可行性与代价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Case B · 多 ASU 多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⑦ 复杂性继承、新决策层的外部性与可解性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文档 B · §7.2 / §9–§10 · 新增自由度不降低难度，且使动作价值不可分解——联合重放是问题要求的评价方式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复杂性继承（§9）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21792" y="1700784"/>
            <a:ext cx="3300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嵌入子问题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batch=1 · v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v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0 · L=1 · a=0 ⇒ 哈希 / Path / 带宽决策全部失效，剩余纯机器调度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" y="2359152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⇒ 页③全部归约原样成立：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J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/ J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强 NP-hard；J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/ J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NP-hard——新增存储自由度只增加约束维度，不缩小子问题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" y="3163824"/>
            <a:ext cx="3300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X∈{2,4,8} 不妨碍归约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固定 X=2、P=2 ⇒ 实例数 m = D（盘数）随输入增长；或以长度 D₀ 的填充作业把机器数补至 X 整数倍；一般 m 强 NP-hard，m=2 仅 PARTITION（普通 NP-hard）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4169664"/>
            <a:ext cx="3300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推论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「适用于所有输入的精确多项式算法」在 Case B 同样被排除；若强制每请求正读写、固定 P=1/D=1 等子类，须另行证明——硬度不自动外推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43984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新决策层的外部性（§7.2）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43984" y="1700784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 Path p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活跃集 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改变 → 式(6) 重算整盘全部 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d,p′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——自身收益与他流损失耦合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43984" y="2414016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调组权重 / 开 Path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延迟其他组的关键块；对非瓶颈盘加速不改变本层就绪 max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R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（白费带宽）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43984" y="3127248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Deadline ≠ 消费时刻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SLO 是首 token 截止；消费时刻只预告 STALL——不可用 EDF 一类单规则替代四目标重放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43984" y="3840480"/>
            <a:ext cx="3300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写回耦合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写与读共享 40 GB/s；暂存池水位反馈进入层依赖（E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），读优可造成写背压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43984" y="4590288"/>
            <a:ext cx="3300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⇒ 动作价值不可分解相加：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若干互相影响的单点报价之和 ≠ 联合后果；联合重放是问题结构的要求，不是算法偏好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01584" y="1298448"/>
            <a:ext cx="3630168" cy="4224528"/>
          </a:xfrm>
          <a:prstGeom prst="roundRect">
            <a:avLst>
              <a:gd name="adj" fmla="val 138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66176" y="140817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证书与信息边界（§10, §11.2）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66176" y="1700784"/>
            <a:ext cx="3300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三档有限空间证书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E-S 仅调度 → E-SP 增选路 → E-SPB 增带宽目录（逐档扩大）；证书只对声明的目录 / 网格成立，目录最优 ≠ 连续 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最优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66176" y="2487168"/>
            <a:ext cx="33009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四目标下界（式 16）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乐观完成 e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→ LB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= max e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− t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等；盘下界 t + 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R,rem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/40（异步写不计入 M；F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persist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口径并入写）；计算下界 K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lb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/m —— 各下界取 max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66176" y="393192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观测边界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普通策略仅见观测投影 O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（磁盘组服务量 / 活跃数 / Path 未完成数 · 版本号 · 回执补账）；内部队列与未来带宽真值仅属物理仿真器与 Oracle 对照组——信息优势须单列，不得混入动作收益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760720"/>
            <a:ext cx="11274552" cy="896112"/>
          </a:xfrm>
          <a:prstGeom prst="roundRect">
            <a:avLst>
              <a:gd name="adj" fmla="val 5612"/>
            </a:avLst>
          </a:prstGeom>
          <a:solidFill>
            <a:srgbClr val="FBF2E2"/>
          </a:solidFill>
          <a:ln/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5760720"/>
            <a:ext cx="1090879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A5A0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总括：</a:t>
            </a:r>
            <a:r>
              <a:rPr lang="en-US" sz="1050" dirty="0">
                <a:solidFill>
                  <a:srgbClr val="6B4A1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Case B = Case A 的四目标骨架 ＋ 两层新决策（选路 p、带宽 θ）＋ 向量化的存储约束与写回耦合；复杂性继承（页③归约全部保留）、外部性增强（动作价值不可分解）、可解性依赖有限空间证书（E-S/E-SP/E-SPB）与含写回的联合重放增量——这四点构成本文问题定义与后续实验可证可比的基线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共享KV调度形式化分析汇总（两 Case）</dc:title>
  <dc:subject>PptxGenJS Presentation</dc:subject>
  <dc:creator>status_aware_network</dc:creator>
  <cp:lastModifiedBy>status_aware_network</cp:lastModifiedBy>
  <cp:revision>1</cp:revision>
  <dcterms:created xsi:type="dcterms:W3CDTF">2026-09-17T08:07:26Z</dcterms:created>
  <dcterms:modified xsi:type="dcterms:W3CDTF">2026-09-17T08:07:26Z</dcterms:modified>
</cp:coreProperties>
</file>